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34" d="100"/>
          <a:sy n="34" d="100"/>
        </p:scale>
        <p:origin x="1314" y="12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E726B-BAA3-CC64-9A82-7F82C353B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491FBC-D54B-668D-1F11-3063EEED3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14CD1-3C02-2E30-7EC7-8520FC01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F0A84-8C8D-5AD1-8CB9-A06B508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DB5497-A286-F71E-F89D-B2DB010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81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7F3DF-CD0B-7C30-53FF-818E536A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44D22C-D1C3-3D83-C46C-7FB1ED91B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AE3D31-14D1-7B64-D95C-F334AE37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C75D56-6485-56B4-9850-F8CFD57B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BECE3-B505-1BCC-85C8-9258FC24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96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9EB6A-F3F0-D9CB-0FD7-1DB6DBC83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348328-9BA7-F41B-BC33-9D0A09F15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3C7A8-D437-91A2-127F-D54FF6DA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C8E0C9-BE36-ADEC-6C33-338023D31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510D5-E84F-7F95-E2FA-EE51C817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88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0B050-EB72-8528-DD5C-AEA06830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A53D3-E86E-B002-8B97-844DC4A409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1EE6B3-DC49-E27C-3E8F-0E8E802D6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FDC95D-67F3-22AB-8A8A-0540D0B4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D64303-44C0-3652-20DB-BE90949FF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C54F3F-EBAD-412B-6205-FBBB853A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661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4CA38-2F2E-B47E-944F-0C5991D8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5B7677-E912-0F57-D645-D47469228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1E9730-0C28-DCCC-A997-5750061FE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47894E-A8A2-DB26-D824-CD0E2FEE0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967E6B-F2B5-EB94-552E-CC32924286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DC7204-D881-CE30-4739-7777C263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BE3751-715A-AAF4-F22E-C77D0FFA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474367-DB68-24D6-6BA1-52E60C6D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9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6D02FC-6A87-2263-F32C-A62D9FCC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630DB3-C042-4391-5ED3-E28B7E86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4874C2-BF27-C8B5-15D9-D0AD1136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BA4ED-FBCF-A183-0743-D414DB73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5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A6F943-BFED-AAD2-A980-A8C8672A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E29BD4-4DE5-B019-64E8-3C934AE8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14B9D-145F-32EE-A41B-B57E26CC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606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DF6EC-83F1-B144-8836-377B845E1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34491-880F-3571-7247-8EC550B7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E1DE6B-8624-2932-52F1-3011B1478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22AFD8-41E0-25DC-6849-82C5D1608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60E341-67F7-148C-4E46-209F56523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D0467C-4EE8-BC90-B880-0D5BDEC29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12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7FFB3-904B-7CA7-92AE-92B446AC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7E98BF-8139-11B2-40B5-CF0B0C36F5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EBC57E-1E78-DD71-2206-C1660AB268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07EE61-D1AD-5F81-A688-49E1EB189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EC6179-0590-0C7A-0FCE-73AEACB7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688C41-CA44-E71A-8E6E-4AAF0AB4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59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9AEAE-8624-5BBB-0182-48B0CEBA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270228-46EE-AD27-346A-A6BBE263C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3A550-2F39-458E-0ACF-1C1E7B0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F724E7-4B1B-92BB-3F84-B86FAED0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864F5-674F-4169-30EB-5D2556695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90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BA0158-CECD-4BAD-31E9-7096BABFB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3B5DBA-92EC-1BB5-691D-C35135D4F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9C0294-40A5-F6A4-F14C-B3769A39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629C4-453B-D9F3-1DDF-5821F7AC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01D3B5-A89D-1F3A-BDCC-7BB718D8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93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9EF441-800E-0620-D977-5BF94DB9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B6789A-A96B-7EF8-B17B-F1EE0B632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4A13F-833F-D2F1-F69C-45BBE2BB3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9EE6B-5941-441D-9672-09D07D230CEC}" type="datetimeFigureOut">
              <a:rPr lang="zh-CN" altLang="en-US" smtClean="0"/>
              <a:t>2025/3/14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E2BA08-B8C8-D03D-A842-14B60125C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E86F00-5857-8F1E-088F-47C224F7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A229C-C22B-49B7-805F-3699D5D6EF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117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B38D1F2-80EB-5ABF-C676-B968D02CEA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73BA9AB3-7B37-25CF-88B4-2B107666F894}"/>
              </a:ext>
            </a:extLst>
          </p:cNvPr>
          <p:cNvSpPr/>
          <p:nvPr/>
        </p:nvSpPr>
        <p:spPr>
          <a:xfrm rot="18844056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BFD3F79-8FE6-40E5-6220-6B8AEF6DBD62}"/>
              </a:ext>
            </a:extLst>
          </p:cNvPr>
          <p:cNvSpPr txBox="1"/>
          <p:nvPr/>
        </p:nvSpPr>
        <p:spPr>
          <a:xfrm>
            <a:off x="-126610" y="3151163"/>
            <a:ext cx="146866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🌟✨ 在平行世界的裂缝中，</a:t>
            </a:r>
          </a:p>
          <a:p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一场奇幻冒险正悄然开启</a:t>
            </a:r>
            <a:r>
              <a:rPr lang="en-US" altLang="zh-CN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 ✨</a:t>
            </a:r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AC9478-3547-CE93-EF84-5D17F748E485}"/>
              </a:ext>
            </a:extLst>
          </p:cNvPr>
          <p:cNvSpPr txBox="1"/>
          <p:nvPr/>
        </p:nvSpPr>
        <p:spPr>
          <a:xfrm>
            <a:off x="-126610" y="10009163"/>
            <a:ext cx="10241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在一个名为“绮梦之境”的异世界里，魔法与科技交织，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20000"/>
                  <a:lumOff val="8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古老的神明与机械巨兽共存。这里是二次元的奇幻乐园，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20000"/>
                  <a:lumOff val="8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也是无数梦想与冒险的起点。</a:t>
            </a:r>
          </a:p>
        </p:txBody>
      </p:sp>
    </p:spTree>
    <p:extLst>
      <p:ext uri="{BB962C8B-B14F-4D97-AF65-F5344CB8AC3E}">
        <p14:creationId xmlns:p14="http://schemas.microsoft.com/office/powerpoint/2010/main" val="3223499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52711-C12F-2672-46D5-E258CC81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AEAF69C-BE73-7368-F819-5CC9A83845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430E68FF-5A74-8B94-8219-A0D8AFB4C6FE}"/>
              </a:ext>
            </a:extLst>
          </p:cNvPr>
          <p:cNvSpPr/>
          <p:nvPr/>
        </p:nvSpPr>
        <p:spPr>
          <a:xfrm rot="19620425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2CF47C-21DB-AF91-12CF-CA5BA1CAAF05}"/>
              </a:ext>
            </a:extLst>
          </p:cNvPr>
          <p:cNvSpPr txBox="1"/>
          <p:nvPr/>
        </p:nvSpPr>
        <p:spPr>
          <a:xfrm>
            <a:off x="126610" y="3244334"/>
            <a:ext cx="10100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在一个名为“绮梦之境”的异世界里，魔法与科技交织，</a:t>
            </a:r>
            <a:endParaRPr lang="en-US" altLang="zh-CN" sz="3200" b="0" i="0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古老的神明与机械巨兽共存。这里是二次元的奇幻乐园，</a:t>
            </a:r>
            <a:endParaRPr lang="en-US" altLang="zh-CN" sz="3200" b="0" i="0" dirty="0">
              <a:solidFill>
                <a:schemeClr val="accent2">
                  <a:lumMod val="20000"/>
                  <a:lumOff val="80000"/>
                </a:schemeClr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也是无数梦想与冒险的起点。</a:t>
            </a:r>
            <a:endParaRPr lang="zh-CN" altLang="en-US" sz="3200" dirty="0">
              <a:solidFill>
                <a:schemeClr val="accent2">
                  <a:lumMod val="20000"/>
                  <a:lumOff val="8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6E65D9-154B-CCC5-1249-9A9DC83C7CE9}"/>
              </a:ext>
            </a:extLst>
          </p:cNvPr>
          <p:cNvSpPr txBox="1"/>
          <p:nvPr/>
        </p:nvSpPr>
        <p:spPr>
          <a:xfrm>
            <a:off x="0" y="-3556129"/>
            <a:ext cx="101146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🌟✨ 在平行世界的裂缝中，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一场奇幻冒险正悄然开启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…… ✨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8EA69B-D919-420A-F1CE-592ABC23BD7A}"/>
              </a:ext>
            </a:extLst>
          </p:cNvPr>
          <p:cNvSpPr txBox="1"/>
          <p:nvPr/>
        </p:nvSpPr>
        <p:spPr>
          <a:xfrm>
            <a:off x="126610" y="9583023"/>
            <a:ext cx="101779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她，名为璃月，一位拥有冰蓝眼眸的少女。一头银色长发如月光般流淌，身着精致的魔法学院长袍，腰间悬挂着一把闪耀着神秘符文的短剑。她是学院里最年轻的天才魔法师，却因一场意外，被卷入了命运的漩涡。</a:t>
            </a:r>
          </a:p>
        </p:txBody>
      </p:sp>
    </p:spTree>
    <p:extLst>
      <p:ext uri="{BB962C8B-B14F-4D97-AF65-F5344CB8AC3E}">
        <p14:creationId xmlns:p14="http://schemas.microsoft.com/office/powerpoint/2010/main" val="1395105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A0254-8ABC-C387-7BAD-3144D997A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7BF84EA-0698-3866-07DC-72E0B8A6A1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8DFC7B3D-181A-3567-5DA5-B8780DE46A69}"/>
              </a:ext>
            </a:extLst>
          </p:cNvPr>
          <p:cNvSpPr/>
          <p:nvPr/>
        </p:nvSpPr>
        <p:spPr>
          <a:xfrm rot="20565940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077E7E-E6D2-08C5-9F22-C8C3165F4577}"/>
              </a:ext>
            </a:extLst>
          </p:cNvPr>
          <p:cNvSpPr txBox="1"/>
          <p:nvPr/>
        </p:nvSpPr>
        <p:spPr>
          <a:xfrm>
            <a:off x="98474" y="2668396"/>
            <a:ext cx="10100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她，名为璃月，一位拥有冰蓝眼眸的少女。一头银色长发如月光般流淌，身着精致的魔法学院长袍，腰间悬挂着一把闪耀着神秘符文的短剑。她是学院里最年轻的天才魔法师，却因一场意外，被卷入了命运的漩涡。</a:t>
            </a:r>
            <a:endParaRPr lang="zh-CN" altLang="en-US" sz="3200" dirty="0">
              <a:solidFill>
                <a:schemeClr val="accent2">
                  <a:lumMod val="20000"/>
                  <a:lumOff val="8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1042FB-71A9-DDCC-9676-7A2DE63A2FAF}"/>
              </a:ext>
            </a:extLst>
          </p:cNvPr>
          <p:cNvSpPr txBox="1"/>
          <p:nvPr/>
        </p:nvSpPr>
        <p:spPr>
          <a:xfrm>
            <a:off x="0" y="-3414709"/>
            <a:ext cx="101287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在一个名为“绮梦之境”的异世界里，魔法与科技交织，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20000"/>
                  <a:lumOff val="8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古老的神明与机械巨兽共存。这里是二次元的奇幻乐园，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20000"/>
                  <a:lumOff val="80000"/>
                </a:srgbClr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也是无数梦想与冒险的起点。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9044997-3182-AC61-4BB1-085A36D9F243}"/>
              </a:ext>
            </a:extLst>
          </p:cNvPr>
          <p:cNvSpPr txBox="1"/>
          <p:nvPr/>
        </p:nvSpPr>
        <p:spPr>
          <a:xfrm>
            <a:off x="98474" y="9526396"/>
            <a:ext cx="101779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0607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在这个世界，我既是旅者，也是守护者。” 璃月握紧手中的短剑，眼中闪烁着坚定的光芒。。</a:t>
            </a:r>
          </a:p>
        </p:txBody>
      </p:sp>
    </p:spTree>
    <p:extLst>
      <p:ext uri="{BB962C8B-B14F-4D97-AF65-F5344CB8AC3E}">
        <p14:creationId xmlns:p14="http://schemas.microsoft.com/office/powerpoint/2010/main" val="11072472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D90D9-65F9-1576-CF96-4B9A87E98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92BC058-CD69-E76A-AFEF-36DEECAFA9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7D849601-53E5-2C62-E1CF-30DC740B7A1C}"/>
              </a:ext>
            </a:extLst>
          </p:cNvPr>
          <p:cNvSpPr/>
          <p:nvPr/>
        </p:nvSpPr>
        <p:spPr>
          <a:xfrm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DF4C9E-7B31-FE0A-1F3C-3F3ED3707065}"/>
              </a:ext>
            </a:extLst>
          </p:cNvPr>
          <p:cNvSpPr txBox="1"/>
          <p:nvPr/>
        </p:nvSpPr>
        <p:spPr>
          <a:xfrm>
            <a:off x="0" y="3429000"/>
            <a:ext cx="10100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latin typeface="-apple-system"/>
              </a:rPr>
              <a:t>“</a:t>
            </a:r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在这个世界，我既是旅者，也是守护者。” 璃月握紧手中的短剑，眼中闪烁着坚定的光芒。</a:t>
            </a:r>
            <a:r>
              <a:rPr lang="zh-CN" altLang="en-US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E19D9F-F9C0-459D-A942-6BDD6EB764FD}"/>
              </a:ext>
            </a:extLst>
          </p:cNvPr>
          <p:cNvSpPr txBox="1"/>
          <p:nvPr/>
        </p:nvSpPr>
        <p:spPr>
          <a:xfrm>
            <a:off x="0" y="-3776603"/>
            <a:ext cx="101779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她，名为璃月，一位拥有冰蓝眼眸的少女。一头银色长发如月光般流淌，身着精致的魔法学院长袍，腰间悬挂着一把闪耀着神秘符文的短剑。她是学院里最年轻的天才魔法师，却因一场意外，被卷入了命运的漩涡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4DF40E-4E88-44B6-FF13-FE4A25C528DF}"/>
              </a:ext>
            </a:extLst>
          </p:cNvPr>
          <p:cNvSpPr txBox="1"/>
          <p:nvPr/>
        </p:nvSpPr>
        <p:spPr>
          <a:xfrm>
            <a:off x="0" y="9252468"/>
            <a:ext cx="10177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绮梦之境的大陆上，隐藏着无数的秘密。古老的遗迹中沉睡着强大的魔法，神秘的森林里居住着精灵与妖精，而天空之城则漂浮在云端，守护着世界的平衡。</a:t>
            </a:r>
          </a:p>
        </p:txBody>
      </p:sp>
    </p:spTree>
    <p:extLst>
      <p:ext uri="{BB962C8B-B14F-4D97-AF65-F5344CB8AC3E}">
        <p14:creationId xmlns:p14="http://schemas.microsoft.com/office/powerpoint/2010/main" val="1781414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F66BD-3940-A8CD-AFE2-71BD3AFE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04E5AC1-1F0C-C855-6AD1-638F2C47F4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DE3BBFBE-2BB6-6A1B-C78E-A13EF33FAF7C}"/>
              </a:ext>
            </a:extLst>
          </p:cNvPr>
          <p:cNvSpPr/>
          <p:nvPr/>
        </p:nvSpPr>
        <p:spPr>
          <a:xfrm rot="21111291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579BFA-8A88-0F10-3BEE-6614CC5707E7}"/>
              </a:ext>
            </a:extLst>
          </p:cNvPr>
          <p:cNvSpPr txBox="1"/>
          <p:nvPr/>
        </p:nvSpPr>
        <p:spPr>
          <a:xfrm>
            <a:off x="166647" y="2924499"/>
            <a:ext cx="10100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绮梦之境的大陆上，隐藏着无数的秘密。古老的遗迹中沉睡着强大的魔法，神秘的森林里居住着精灵与妖精，而天空之城则漂浮在云端，守护着世界的平衡。</a:t>
            </a:r>
            <a:endParaRPr lang="zh-CN" altLang="en-US" sz="3200" dirty="0">
              <a:solidFill>
                <a:schemeClr val="accent2">
                  <a:lumMod val="20000"/>
                  <a:lumOff val="8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ADAA33-9E99-BC29-3F46-7CCB32530450}"/>
              </a:ext>
            </a:extLst>
          </p:cNvPr>
          <p:cNvSpPr txBox="1"/>
          <p:nvPr/>
        </p:nvSpPr>
        <p:spPr>
          <a:xfrm>
            <a:off x="0" y="-2902450"/>
            <a:ext cx="101006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60607"/>
                </a:solidFill>
                <a:effectLst/>
                <a:uLnTx/>
                <a:uFillTx/>
                <a:latin typeface="-apple-system"/>
                <a:ea typeface="等线" panose="02010600030101010101" pitchFamily="2" charset="-122"/>
                <a:cs typeface="+mn-cs"/>
              </a:rPr>
              <a:t>“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在这个世界，我既是旅者，也是守护者。” 璃月握紧手中的短剑，眼中闪烁着坚定的光芒。。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B3DDCB-F9F7-FFBD-AE5D-976B638808BC}"/>
              </a:ext>
            </a:extLst>
          </p:cNvPr>
          <p:cNvSpPr txBox="1"/>
          <p:nvPr/>
        </p:nvSpPr>
        <p:spPr>
          <a:xfrm>
            <a:off x="166647" y="9336839"/>
            <a:ext cx="101779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璃月踏上旅程，她要寻找传说中的“星辉之核”，那是能够拯救世界的神秘力量。一路上，她遇到了各种伙伴：热血的剑士、神秘的术士、机智的机械师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……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他们各怀绝技，却因共同的目标而凝聚在一起。</a:t>
            </a:r>
          </a:p>
        </p:txBody>
      </p:sp>
    </p:spTree>
    <p:extLst>
      <p:ext uri="{BB962C8B-B14F-4D97-AF65-F5344CB8AC3E}">
        <p14:creationId xmlns:p14="http://schemas.microsoft.com/office/powerpoint/2010/main" val="40198889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EA251-E5B2-7C63-A54D-19803CCAE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8CD926D-8E8D-AC38-97AF-F57DB31BF4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AC3ED453-6208-16DF-216F-3EC03A2820D6}"/>
              </a:ext>
            </a:extLst>
          </p:cNvPr>
          <p:cNvSpPr/>
          <p:nvPr/>
        </p:nvSpPr>
        <p:spPr>
          <a:xfrm rot="1095471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146725-E275-BFE7-4592-FCE6FE02D60A}"/>
              </a:ext>
            </a:extLst>
          </p:cNvPr>
          <p:cNvSpPr txBox="1"/>
          <p:nvPr/>
        </p:nvSpPr>
        <p:spPr>
          <a:xfrm>
            <a:off x="393896" y="3006021"/>
            <a:ext cx="10100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5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璃月踏上旅程，她要寻找传说中的“星辉之核”，那是能够拯救世界的神秘力量。一路上，她遇到了各种伙伴：热血的剑士、神秘的术士、机智的机械师</a:t>
            </a:r>
            <a:r>
              <a:rPr lang="en-US" altLang="zh-CN" sz="3200" dirty="0">
                <a:solidFill>
                  <a:schemeClr val="accent5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</a:t>
            </a:r>
            <a:r>
              <a:rPr lang="zh-CN" altLang="en-US" sz="3200" dirty="0">
                <a:solidFill>
                  <a:schemeClr val="accent5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他们各怀绝技，却因共同的目标而凝聚在一起。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0B742B-FF2B-4F7A-BC38-25B455FBE5B1}"/>
              </a:ext>
            </a:extLst>
          </p:cNvPr>
          <p:cNvSpPr txBox="1"/>
          <p:nvPr/>
        </p:nvSpPr>
        <p:spPr>
          <a:xfrm>
            <a:off x="0" y="-3204473"/>
            <a:ext cx="10100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20000"/>
                    <a:lumOff val="8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绮梦之境的大陆上，隐藏着无数的秘密。古老的遗迹中沉睡着强大的魔法，神秘的森林里居住着精灵与妖精，而天空之城则漂浮在云端，守护着世界的平衡。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C38C9E-1C52-945E-4D20-E1761F35744D}"/>
              </a:ext>
            </a:extLst>
          </p:cNvPr>
          <p:cNvSpPr txBox="1"/>
          <p:nvPr/>
        </p:nvSpPr>
        <p:spPr>
          <a:xfrm>
            <a:off x="0" y="9069552"/>
            <a:ext cx="1017797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然而，旅途并非一帆风顺。黑暗的力量在暗处蠢蠢欲动，邪恶的魔族企图打破世界的平衡，夺取星辉之核的力量。璃月和她的伙伴们必须面对强大的敌人，一次次突破极限。</a:t>
            </a:r>
          </a:p>
        </p:txBody>
      </p:sp>
    </p:spTree>
    <p:extLst>
      <p:ext uri="{BB962C8B-B14F-4D97-AF65-F5344CB8AC3E}">
        <p14:creationId xmlns:p14="http://schemas.microsoft.com/office/powerpoint/2010/main" val="158805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11ACC-7B46-A512-3E44-854ED39BE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780D6DB-6DF7-390C-503A-6154442AF5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F23B6433-35D9-102F-2C37-D7437621835F}"/>
              </a:ext>
            </a:extLst>
          </p:cNvPr>
          <p:cNvSpPr/>
          <p:nvPr/>
        </p:nvSpPr>
        <p:spPr>
          <a:xfrm rot="3337283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DD3A28-2D47-6C5F-6257-77D3D3B79044}"/>
              </a:ext>
            </a:extLst>
          </p:cNvPr>
          <p:cNvSpPr txBox="1"/>
          <p:nvPr/>
        </p:nvSpPr>
        <p:spPr>
          <a:xfrm>
            <a:off x="422031" y="2722490"/>
            <a:ext cx="10100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然而，旅途并非一帆风顺。黑暗的力量在暗处蠢蠢欲动，邪恶的魔族企图打破世界的平衡，夺取星辉之核的力量。璃月和她的伙伴们必须面对强大的敌人，一次次突破极限。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72C3CF-38C0-1C04-C372-5DCD3FD02722}"/>
              </a:ext>
            </a:extLst>
          </p:cNvPr>
          <p:cNvSpPr txBox="1"/>
          <p:nvPr/>
        </p:nvSpPr>
        <p:spPr>
          <a:xfrm>
            <a:off x="0" y="-3633746"/>
            <a:ext cx="10100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璃月踏上旅程，她要寻找传说中的“星辉之核”，那是能够拯救世界的神秘力量。一路上，她遇到了各种伙伴：热血的剑士、神秘的术士、机智的机械师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……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他们各怀绝技，却因共同的目标而凝聚在一起。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C4371F-9E3F-72A0-50A2-F9B96B66D885}"/>
              </a:ext>
            </a:extLst>
          </p:cNvPr>
          <p:cNvSpPr txBox="1"/>
          <p:nvPr/>
        </p:nvSpPr>
        <p:spPr>
          <a:xfrm>
            <a:off x="0" y="9372044"/>
            <a:ext cx="101779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🌟✨ 这是一个关于勇气、友情与梦想的故事。在这个充满魔法与奇迹的二次元世界里，每个人都能找到属于自己的冒险。 ✨🌟</a:t>
            </a:r>
          </a:p>
        </p:txBody>
      </p:sp>
    </p:spTree>
    <p:extLst>
      <p:ext uri="{BB962C8B-B14F-4D97-AF65-F5344CB8AC3E}">
        <p14:creationId xmlns:p14="http://schemas.microsoft.com/office/powerpoint/2010/main" val="2431212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EE446-BAC7-5C7B-896B-0A6D9988E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2B4D906-79C8-D1F6-38FB-B03DB966BB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60000"/>
                </a:schemeClr>
              </a:gs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" name="任意多边形: 形状 13">
            <a:extLst>
              <a:ext uri="{FF2B5EF4-FFF2-40B4-BE49-F238E27FC236}">
                <a16:creationId xmlns:a16="http://schemas.microsoft.com/office/drawing/2014/main" id="{1C6879F4-7EDF-392D-D887-777DCA19C2F3}"/>
              </a:ext>
            </a:extLst>
          </p:cNvPr>
          <p:cNvSpPr/>
          <p:nvPr/>
        </p:nvSpPr>
        <p:spPr>
          <a:xfrm rot="5899255">
            <a:off x="6448830" y="-3116421"/>
            <a:ext cx="13083096" cy="13090843"/>
          </a:xfrm>
          <a:custGeom>
            <a:avLst/>
            <a:gdLst>
              <a:gd name="connsiteX0" fmla="*/ 2651320 w 3539537"/>
              <a:gd name="connsiteY0" fmla="*/ 1817919 h 3541633"/>
              <a:gd name="connsiteX1" fmla="*/ 3539537 w 3539537"/>
              <a:gd name="connsiteY1" fmla="*/ 1817919 h 3541633"/>
              <a:gd name="connsiteX2" fmla="*/ 3533716 w 3539537"/>
              <a:gd name="connsiteY2" fmla="*/ 1940946 h 3541633"/>
              <a:gd name="connsiteX3" fmla="*/ 1950945 w 3539537"/>
              <a:gd name="connsiteY3" fmla="*/ 3535042 h 3541633"/>
              <a:gd name="connsiteX4" fmla="*/ 1820539 w 3539537"/>
              <a:gd name="connsiteY4" fmla="*/ 3541633 h 3541633"/>
              <a:gd name="connsiteX5" fmla="*/ 1820539 w 3539537"/>
              <a:gd name="connsiteY5" fmla="*/ 2655632 h 3541633"/>
              <a:gd name="connsiteX6" fmla="*/ 1860355 w 3539537"/>
              <a:gd name="connsiteY6" fmla="*/ 2653619 h 3541633"/>
              <a:gd name="connsiteX7" fmla="*/ 2639912 w 3539537"/>
              <a:gd name="connsiteY7" fmla="*/ 1938800 h 3541633"/>
              <a:gd name="connsiteX8" fmla="*/ 0 w 3539537"/>
              <a:gd name="connsiteY8" fmla="*/ 1817919 h 3541633"/>
              <a:gd name="connsiteX9" fmla="*/ 888215 w 3539537"/>
              <a:gd name="connsiteY9" fmla="*/ 1817919 h 3541633"/>
              <a:gd name="connsiteX10" fmla="*/ 899623 w 3539537"/>
              <a:gd name="connsiteY10" fmla="*/ 1938800 h 3541633"/>
              <a:gd name="connsiteX11" fmla="*/ 1679179 w 3539537"/>
              <a:gd name="connsiteY11" fmla="*/ 2653619 h 3541633"/>
              <a:gd name="connsiteX12" fmla="*/ 1718994 w 3539537"/>
              <a:gd name="connsiteY12" fmla="*/ 2655632 h 3541633"/>
              <a:gd name="connsiteX13" fmla="*/ 1718994 w 3539537"/>
              <a:gd name="connsiteY13" fmla="*/ 3541632 h 3541633"/>
              <a:gd name="connsiteX14" fmla="*/ 1588592 w 3539537"/>
              <a:gd name="connsiteY14" fmla="*/ 3535042 h 3541633"/>
              <a:gd name="connsiteX15" fmla="*/ 5820 w 3539537"/>
              <a:gd name="connsiteY15" fmla="*/ 1940946 h 3541633"/>
              <a:gd name="connsiteX16" fmla="*/ 1820539 w 3539537"/>
              <a:gd name="connsiteY16" fmla="*/ 0 h 3541633"/>
              <a:gd name="connsiteX17" fmla="*/ 1950945 w 3539537"/>
              <a:gd name="connsiteY17" fmla="*/ 6590 h 3541633"/>
              <a:gd name="connsiteX18" fmla="*/ 3533716 w 3539537"/>
              <a:gd name="connsiteY18" fmla="*/ 1600686 h 3541633"/>
              <a:gd name="connsiteX19" fmla="*/ 3539537 w 3539537"/>
              <a:gd name="connsiteY19" fmla="*/ 1723708 h 3541633"/>
              <a:gd name="connsiteX20" fmla="*/ 2651319 w 3539537"/>
              <a:gd name="connsiteY20" fmla="*/ 1723708 h 3541633"/>
              <a:gd name="connsiteX21" fmla="*/ 2639912 w 3539537"/>
              <a:gd name="connsiteY21" fmla="*/ 1602832 h 3541633"/>
              <a:gd name="connsiteX22" fmla="*/ 1860355 w 3539537"/>
              <a:gd name="connsiteY22" fmla="*/ 888014 h 3541633"/>
              <a:gd name="connsiteX23" fmla="*/ 1820539 w 3539537"/>
              <a:gd name="connsiteY23" fmla="*/ 886000 h 3541633"/>
              <a:gd name="connsiteX24" fmla="*/ 1718994 w 3539537"/>
              <a:gd name="connsiteY24" fmla="*/ 0 h 3541633"/>
              <a:gd name="connsiteX25" fmla="*/ 1718994 w 3539537"/>
              <a:gd name="connsiteY25" fmla="*/ 886000 h 3541633"/>
              <a:gd name="connsiteX26" fmla="*/ 1679179 w 3539537"/>
              <a:gd name="connsiteY26" fmla="*/ 888014 h 3541633"/>
              <a:gd name="connsiteX27" fmla="*/ 899623 w 3539537"/>
              <a:gd name="connsiteY27" fmla="*/ 1602832 h 3541633"/>
              <a:gd name="connsiteX28" fmla="*/ 888215 w 3539537"/>
              <a:gd name="connsiteY28" fmla="*/ 1723708 h 3541633"/>
              <a:gd name="connsiteX29" fmla="*/ 0 w 3539537"/>
              <a:gd name="connsiteY29" fmla="*/ 1723708 h 3541633"/>
              <a:gd name="connsiteX30" fmla="*/ 5820 w 3539537"/>
              <a:gd name="connsiteY30" fmla="*/ 1600686 h 3541633"/>
              <a:gd name="connsiteX31" fmla="*/ 1588592 w 3539537"/>
              <a:gd name="connsiteY31" fmla="*/ 6590 h 3541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39537" h="3541633">
                <a:moveTo>
                  <a:pt x="2651320" y="1817919"/>
                </a:moveTo>
                <a:lnTo>
                  <a:pt x="3539537" y="1817919"/>
                </a:lnTo>
                <a:lnTo>
                  <a:pt x="3533716" y="1940946"/>
                </a:lnTo>
                <a:cubicBezTo>
                  <a:pt x="3453839" y="2780821"/>
                  <a:pt x="2788639" y="3449904"/>
                  <a:pt x="1950945" y="3535042"/>
                </a:cubicBezTo>
                <a:lnTo>
                  <a:pt x="1820539" y="3541633"/>
                </a:lnTo>
                <a:lnTo>
                  <a:pt x="1820539" y="2655632"/>
                </a:lnTo>
                <a:lnTo>
                  <a:pt x="1860355" y="2653619"/>
                </a:lnTo>
                <a:cubicBezTo>
                  <a:pt x="2251279" y="2613856"/>
                  <a:pt x="2567072" y="2319556"/>
                  <a:pt x="2639912" y="1938800"/>
                </a:cubicBezTo>
                <a:close/>
                <a:moveTo>
                  <a:pt x="0" y="1817919"/>
                </a:moveTo>
                <a:lnTo>
                  <a:pt x="888215" y="1817919"/>
                </a:lnTo>
                <a:lnTo>
                  <a:pt x="899623" y="1938800"/>
                </a:lnTo>
                <a:cubicBezTo>
                  <a:pt x="972463" y="2319556"/>
                  <a:pt x="1288256" y="2613856"/>
                  <a:pt x="1679179" y="2653619"/>
                </a:cubicBezTo>
                <a:lnTo>
                  <a:pt x="1718994" y="2655632"/>
                </a:lnTo>
                <a:lnTo>
                  <a:pt x="1718994" y="3541632"/>
                </a:lnTo>
                <a:lnTo>
                  <a:pt x="1588592" y="3535042"/>
                </a:lnTo>
                <a:cubicBezTo>
                  <a:pt x="750899" y="3449904"/>
                  <a:pt x="85698" y="2780821"/>
                  <a:pt x="5820" y="1940946"/>
                </a:cubicBezTo>
                <a:close/>
                <a:moveTo>
                  <a:pt x="1820539" y="0"/>
                </a:moveTo>
                <a:lnTo>
                  <a:pt x="1950945" y="6590"/>
                </a:lnTo>
                <a:cubicBezTo>
                  <a:pt x="2788639" y="91729"/>
                  <a:pt x="3453839" y="760811"/>
                  <a:pt x="3533716" y="1600686"/>
                </a:cubicBezTo>
                <a:lnTo>
                  <a:pt x="3539537" y="1723708"/>
                </a:lnTo>
                <a:lnTo>
                  <a:pt x="2651319" y="1723708"/>
                </a:lnTo>
                <a:lnTo>
                  <a:pt x="2639912" y="1602832"/>
                </a:lnTo>
                <a:cubicBezTo>
                  <a:pt x="2567072" y="1222077"/>
                  <a:pt x="2251279" y="927776"/>
                  <a:pt x="1860355" y="888014"/>
                </a:cubicBezTo>
                <a:lnTo>
                  <a:pt x="1820539" y="886000"/>
                </a:lnTo>
                <a:close/>
                <a:moveTo>
                  <a:pt x="1718994" y="0"/>
                </a:moveTo>
                <a:lnTo>
                  <a:pt x="1718994" y="886000"/>
                </a:lnTo>
                <a:lnTo>
                  <a:pt x="1679179" y="888014"/>
                </a:lnTo>
                <a:cubicBezTo>
                  <a:pt x="1288256" y="927776"/>
                  <a:pt x="972463" y="1222077"/>
                  <a:pt x="899623" y="1602832"/>
                </a:cubicBezTo>
                <a:lnTo>
                  <a:pt x="888215" y="1723708"/>
                </a:lnTo>
                <a:lnTo>
                  <a:pt x="0" y="1723708"/>
                </a:lnTo>
                <a:lnTo>
                  <a:pt x="5820" y="1600686"/>
                </a:lnTo>
                <a:cubicBezTo>
                  <a:pt x="85698" y="760811"/>
                  <a:pt x="750899" y="91729"/>
                  <a:pt x="1588592" y="6590"/>
                </a:cubicBezTo>
                <a:close/>
              </a:path>
            </a:pathLst>
          </a:custGeom>
          <a:ln>
            <a:noFill/>
          </a:ln>
          <a:effectLst>
            <a:outerShdw blurRad="520700" sx="102000" sy="102000" algn="ctr" rotWithShape="0">
              <a:prstClr val="black">
                <a:alpha val="6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FD0DFA-02CA-8AB6-9A9D-3F13316202DC}"/>
              </a:ext>
            </a:extLst>
          </p:cNvPr>
          <p:cNvSpPr txBox="1"/>
          <p:nvPr/>
        </p:nvSpPr>
        <p:spPr>
          <a:xfrm>
            <a:off x="365760" y="3130453"/>
            <a:ext cx="101006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🌟✨ 这是一个关于勇气、友情与梦想的故事。在这个充满魔法与奇迹的二次元世界里，每个人都能找到属于自己的冒险。 ✨🌟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719A92-9C02-884D-7229-9C3FF41DA6F9}"/>
              </a:ext>
            </a:extLst>
          </p:cNvPr>
          <p:cNvSpPr txBox="1"/>
          <p:nvPr/>
        </p:nvSpPr>
        <p:spPr>
          <a:xfrm>
            <a:off x="0" y="-4055605"/>
            <a:ext cx="1010060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40000"/>
                    <a:lumOff val="60000"/>
                  </a:srgb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然而，旅途并非一帆风顺。黑暗的力量在暗处蠢蠢欲动，邪恶的魔族企图打破世界的平衡，夺取星辉之核的力量。璃月和她的伙伴们必须面对强大的敌人，一次次突破极限。</a:t>
            </a:r>
          </a:p>
        </p:txBody>
      </p:sp>
    </p:spTree>
    <p:extLst>
      <p:ext uri="{BB962C8B-B14F-4D97-AF65-F5344CB8AC3E}">
        <p14:creationId xmlns:p14="http://schemas.microsoft.com/office/powerpoint/2010/main" val="17951922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1027</Words>
  <Application>Microsoft Office PowerPoint</Application>
  <PresentationFormat>宽屏</PresentationFormat>
  <Paragraphs>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-apple-system</vt:lpstr>
      <vt:lpstr>等线</vt:lpstr>
      <vt:lpstr>等线 Light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怕火 胡杨</dc:creator>
  <cp:lastModifiedBy>怕火 胡杨</cp:lastModifiedBy>
  <cp:revision>1</cp:revision>
  <dcterms:created xsi:type="dcterms:W3CDTF">2025-03-14T07:38:30Z</dcterms:created>
  <dcterms:modified xsi:type="dcterms:W3CDTF">2025-03-14T09:03:59Z</dcterms:modified>
</cp:coreProperties>
</file>